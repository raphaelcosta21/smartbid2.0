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phael Costa" userId="16577ee0-1076-408a-af67-5685331dfd6c" providerId="ADAL" clId="{BD0F4037-FDF0-4674-B363-E596958F7A3F}"/>
    <pc:docChg chg="modSld">
      <pc:chgData name="Raphael Costa" userId="16577ee0-1076-408a-af67-5685331dfd6c" providerId="ADAL" clId="{BD0F4037-FDF0-4674-B363-E596958F7A3F}" dt="2026-07-22T19:48:13.505" v="19" actId="20577"/>
      <pc:docMkLst>
        <pc:docMk/>
      </pc:docMkLst>
      <pc:sldChg chg="modSp mod">
        <pc:chgData name="Raphael Costa" userId="16577ee0-1076-408a-af67-5685331dfd6c" providerId="ADAL" clId="{BD0F4037-FDF0-4674-B363-E596958F7A3F}" dt="2026-07-22T19:48:13.505" v="19" actId="20577"/>
        <pc:sldMkLst>
          <pc:docMk/>
          <pc:sldMk cId="0" sldId="269"/>
        </pc:sldMkLst>
        <pc:spChg chg="mod">
          <ac:chgData name="Raphael Costa" userId="16577ee0-1076-408a-af67-5685331dfd6c" providerId="ADAL" clId="{BD0F4037-FDF0-4674-B363-E596958F7A3F}" dt="2026-07-22T19:48:13.505" v="19" actId="20577"/>
          <ac:spMkLst>
            <pc:docMk/>
            <pc:sldMk cId="0" sldId="269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7424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 Management com Inteligência Artificial — Oceaneering Brasil Engineering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Apresentador: </a:t>
            </a: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Raphael Costa — BID Proposals Engineer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892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3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Divisão: SSR-OPG Engineering Brasil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Revisão com a Liderança — Solicitação de Aprovação e Cost Center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PEDIDO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Resumo Executivo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76809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SmartBid 2.0 já está construído e em uso (front-end + back-end) no SharePoint Online.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 passo: habilitar uma etapa assistida por IA para acelerar o processamento de cotações e documentos técnicos.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Enterprise Architecture JÁ APROVOU a integração de IA (Azure OpenAI) — condições atendidas.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precisamos hoje: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Aprovação da liderança para prosseguir.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cost center para os recursos Azure (baixo custo mensal — ver slides de custo).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03920" y="1463040"/>
            <a:ext cx="3200400" cy="4480560"/>
          </a:xfrm>
          <a:prstGeom prst="roundRect">
            <a:avLst>
              <a:gd name="adj" fmla="val 2857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0" y="1645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0" y="2011680"/>
            <a:ext cx="2834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usuários
</a:t>
            </a: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de BID engineering
</a:t>
            </a:r>
            <a:r>
              <a:rPr lang="en-US" sz="22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 BIDs / semana
</a:t>
            </a: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 12 BIDs / mês
</a:t>
            </a:r>
            <a:r>
              <a:rPr lang="en-US" sz="22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~$15–30 / mês
</a:t>
            </a: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 Azure (piloto)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Oceaneering Brasil Engineering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GERAL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é o SmartBid 2.0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única plataforma para criar, acompanhar, custear e aprovar BIDs de engenharia.</a:t>
            </a:r>
            <a:endParaRPr lang="en-US" sz="14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Substitui planilhas dispersas, e-mails e controles manuais.</a:t>
            </a:r>
            <a:endParaRPr lang="en-US" sz="14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Construído sobre Microsoft 365 / SharePoint Online (SPFx + React) — sem nova infraestrutura.</a:t>
            </a:r>
            <a:endParaRPr lang="en-US" sz="14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Acesso protegido por SSO + MFA corporativo (herdado do M365).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Oceaneering Brasil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QUE ISSO IMPORTA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Problema (Dor Atual)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100+ BID requests por ano, cada um exigindo entrada manual de dados de PDFs de fornecedores.</a:t>
            </a:r>
            <a:endParaRPr lang="en-US" sz="14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Análise manual de Engineering Technical documents de 50–200 páginas para definir o escopo.</a:t>
            </a:r>
            <a:endParaRPr lang="en-US" sz="14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Demorado, propenso a erros e difícil de padronizar.</a:t>
            </a:r>
            <a:endParaRPr lang="en-US" sz="14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 de custo e bids repetitivos redigitados à mão (~15 min por documento de cotação).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Oceaneering Brasil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GERAL DO SMARTBID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Solução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de BID centralizado: Request → Kick-off → Technical Analysis → Cost &amp; Resources → Proposal → Close-out.</a:t>
            </a:r>
            <a:endParaRPr lang="en-US" sz="14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of Supply padronizado, cost breakdown, horas, approvals, revisões.</a:t>
            </a:r>
            <a:endParaRPr lang="en-US" sz="14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trail completo, dashboards e relatórios.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Camada de IA para extrair dados de cotação automaticamente e apoiar a análise de escopo.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Oceaneering Brasil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PRODUCT (1/2)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&amp; Pages — Daily Workspace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577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 Tracker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Landing page; all BIDs in kanban / list / table views.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Dashboard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KPIs, charts, pending approvals.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Unassigned Requests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requests awaiting assignment.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9360" y="1417320"/>
            <a:ext cx="5486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 View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 de phase / status por BID.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Request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Formulário de intake estruturado (client, division, service line, PM).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 &amp; FAQ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Alertas e instruções guiadas.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Oceaneering Brasil Engineering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PRODUTO (2/2)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Navegação &amp; Páginas — Knowledge, Insights, Tools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155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Base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Assets Catalog · Scope Templates · Datasheets · Manuals &amp; Catalogs · Clarif. &amp; Qualif. · Links.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Insights / Analytics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Trends · Bottleneck Analysis · Team Analytics · Follow-up.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&amp; Export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Period Performance · BID Details · Operational Summary.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Favorites · BOM Costs · Quotations · Tooling Report · Query Consulting.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Configuration · Members Management · Patch Notes.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Oceaneering Brasil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é Usado — BID Lifecycle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1214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14016" y="201168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0E7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14016" y="21214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14016" y="2395728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Kick-off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79392" y="201168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79392" y="21214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79392" y="2395728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44768" y="201168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0E7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44768" y="21214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44768" y="2395728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10144" y="201168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010144" y="21214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10144" y="2395728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875520" y="201168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0E7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875520" y="21214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75520" y="2395728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Close-out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74904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etapa é rastreada com datas, responsáveis, tarefas e approvals.</a:t>
            </a:r>
            <a:endParaRPr lang="en-US" sz="14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Revision control para bids retrabalhados.</a:t>
            </a:r>
            <a:endParaRPr lang="en-US" sz="14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Activity log e audit trail completos por BID.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Oceaneering Brasil Engineering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ACELERADOR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Capacidade de IA — O que a IA Faz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155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Quotation extraction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de um PDF de fornecedor → a IA preenche item, quantidade, unit cost, currency, lead time, supplier. Tarefa de ~15 min → &lt;3 min (apenas revisão).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of Supply analysis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IA lê Engineering Technical documents e sugere a estrutura de escopo e o mapeamento de equipamentos.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search (RAG)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 em datasheets e bids anteriores usando AI Search + embeddings.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Human-in-the-loop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engenheiro sempre revisa e confirma antes de qualquer dado ser salvo.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Oceaneering Brasil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Architecture — Segura por Design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(Browser)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192024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480560" y="19202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0E7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80560" y="19202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Backend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(Azure Function / APIM)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23760" y="192024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38160" y="19202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11155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keys nunca expostas no frontend, SharePoint ou código-fonte.</a:t>
            </a:r>
            <a:endParaRPr lang="en-US" sz="14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Armazenadas no Azure Key Vault, acessadas via Managed Identity.</a:t>
            </a:r>
            <a:endParaRPr lang="en-US" sz="14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Todas as chamadas autenticadas com token do Entra ID (mesma identidade SSO / MFA).</a:t>
            </a:r>
            <a:endParaRPr lang="en-US" sz="14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Logging completo via Application Insights / Log Analytics.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Oceaneering Brasil Engineering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RISCO MITIGADO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Compliance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155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SSO + MFA (two-factor): 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herdado do M365 — sem login separado.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segredo no frontend: 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no Key Vault via Managed Identity.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ITAR / Export-Controlled / CUI: 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conteúdo excluído do AI pipeline; atestação do usuário no upload.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Architecture: Approved with Conditions 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condições atendidas.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de IA aprovada: 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OpenAI (GPT-4o-mini) — nenhum novo fornecedor introduzido.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Oceaneering Brasil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BLOCOS DA NUVEM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Resources — Visão Geral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22452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OpenAI Service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 modelo de IA (GPT-4o-mini) para extração &amp; análise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Embeddings model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Converte documentos em vetores para smart search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AI Search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Indexa datasheets &amp; bids anteriores para retrieval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Function App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 seguro que intermedia todas as chamadas de IA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Key Vault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Armazenamento seguro de credenciais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Application Insights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Telemetria, erros e performance da aplicação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 Analytics Workspace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Logging centralizado &amp; audit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Oceaneering Brasil Engineering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 NÚMEROS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Resources — Uso &amp; Custo Mensal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 uso: </a:t>
            </a: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usuários · ~3 BIDs/semana (≈ 12 BIDs/mês) · ~150–220 chamadas de IA/mês. Estimativas em USD; valores finais confirmados pelo Cloud team.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36576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Resource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Used for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Piloto / mês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Produção / mês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OpenAI (GPT-4o-mini)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Extrair cotações; analisar documentos técnicos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 – $10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$10 – $25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Embeddings model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Vetorizar datasheets/bids para busca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 – $5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 – $10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AI Search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Indexar &amp; recuperar datasheets e bids anteriores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 (Free)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~$75 (Basic)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Function App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 seguro / API proxy (Consumption)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 – $5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 – $15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Key Vault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Armazenamento seguro de credenciais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~$1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 – $2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Application Insights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Telemetria, erros, performance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 – $5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 – $15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 Analytics Workspace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Logging centralizado &amp; audit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 – $5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 – $15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Oceaneering Brasil Engineering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Resumo de Custo Total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F3F6F9"/>
          </a:solidFill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 TOTAL MENSAL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~$15 – $30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mês  ·  AI Search Free tier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F3F6F9"/>
          </a:solidFill>
          <a:ln w="25400">
            <a:solidFill>
              <a:srgbClr val="0B2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360" y="1828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PRODUÇÃO (ESCALADO)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228600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~$105 – $155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309360" y="32004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mês  ·  ≈ $1,300 – $1,900 / ano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Perfil de uso: 4 usuários · ~3 BIDs/semana — mantém tudo firmemente na faixa de baixo volume.</a:t>
            </a:r>
            <a:endParaRPr lang="en-US" sz="14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Pode começar no tier Piloto e crescer somente se houver adoção.</a:t>
            </a:r>
            <a:endParaRPr lang="en-US" sz="14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hardware, sem licenças, sem custo adicional de dev — implementado pelo time atual do SmartBid.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Oceaneering Brasil Engineering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/ ROI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 de dados de cotação: ~15 min → &lt;3 min por documento.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 de redução de 40–60% no tempo de preparação do BID na análise de escopo.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80% menos erros de transcrição manual nos dados de custo.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Resposta mais rápida ao cliente; propostas padronizadas e auditáveis.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 IA reutilizável para futuros módulos do SmartBid.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Oceaneering Brasil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CAMINHO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/ Next Steps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Aprovação da liderança + cost center atribuído.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Cloud team provisiona os recursos Azure (escopo definido).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Integrar a extração por IA no SmartBid (POC).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Piloto com o time de BID → medir acurácia &amp; ganho de tempo.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Escalar para produção se as metas forem atingidas. Go-live alvo: Q3 2026.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Oceaneering Brasil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Solicitação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Aprovar a habilitação da capacidade de IA no SmartBid.
✓  Atribuir um cost center para os recursos Azure (~$15–30/mês no piloto).
✓  Autorizar a coordenação com o Cloud team para provisionamento.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Owner: </a:t>
            </a: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Raphael Costa      </a:t>
            </a:r>
            <a:r>
              <a:rPr lang="en-US" sz="1600" b="1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Sponsor: </a:t>
            </a: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[leadership name]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Q&amp;A / Appendix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Diagrama de arquitetura (completo) — da submissão do EA Intake.</a:t>
            </a:r>
            <a:endParaRPr lang="en-US" sz="14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Referência da aprovação do EA (SR / WorkOrder #907579).</a:t>
            </a:r>
            <a:endParaRPr lang="en-US" sz="14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 detalhada de páginas &amp; screenshots.</a:t>
            </a:r>
            <a:endParaRPr lang="en-US" sz="14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 do Azure Pricing Calculator (por recurso) para valores firmes.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Oceaneering Brasil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1549</Words>
  <Application>Microsoft Office PowerPoint</Application>
  <PresentationFormat>Widescreen</PresentationFormat>
  <Paragraphs>253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Oceaneering International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SmartBid 2.0 — AI-Assisted BID Management</dc:title>
  <dc:subject>PptxGenJS Presentation</dc:subject>
  <dc:creator>Raphael Costa</dc:creator>
  <cp:lastModifiedBy>Raphael Costa</cp:lastModifiedBy>
  <cp:revision>1</cp:revision>
  <dcterms:created xsi:type="dcterms:W3CDTF">2026-07-22T13:15:27Z</dcterms:created>
  <dcterms:modified xsi:type="dcterms:W3CDTF">2026-07-22T19:48:21Z</dcterms:modified>
</cp:coreProperties>
</file>