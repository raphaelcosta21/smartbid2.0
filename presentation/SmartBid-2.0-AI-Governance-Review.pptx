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Governance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Requestor: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Raphael Costa — BID Proposals Engineer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Division: SSR-OPG Engineering, Oceaneering Brazil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System Scorecard · Enterprise Architecture · Risks &amp; Controls · Approval Path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WILL COVER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— Review Topics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577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AI System information &amp; intended business use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Use cases, objectives &amp; expected value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Enterprise Architecture feedback &amp; recommendations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AI System Scorecard results &amp; governance 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46304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Delivery approach &amp; adoption expectations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Performance measures, benefits &amp; success criteria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· Risks, controls &amp; compliance requirements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· AI Tools Committee review &amp; approval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System Information &amp; Intended Use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— an existing SPFx web part already in use on SharePoint Online for managing engineering BID requests.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adding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AI-assisted step using Azure OpenAI (GPT-4o-mini) to accelerate document processing inside the existing BID workflow.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Intended business use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supplier quotation data, structure Scope of Supply from technical documents, and enable smart search over past bids &amp; datasheets.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</a:t>
            </a:r>
            <a:endParaRPr lang="en-US" sz="16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 always confirms before saving · no personal data · manual entry remains as fallback.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Cases, Objectives &amp; Value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85032" cy="4389120"/>
          </a:xfrm>
          <a:prstGeom prst="roundRect">
            <a:avLst>
              <a:gd name="adj" fmla="val 1985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685032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9344"/>
            <a:ext cx="3685032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3410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Quotation Extraction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3319272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supplier PDF → AI fills item, qty, unit cost, currency, lead time, supplier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~15-min task → &lt;3 min (review only)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manual transcription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685032" cy="4389120"/>
          </a:xfrm>
          <a:prstGeom prst="roundRect">
            <a:avLst>
              <a:gd name="adj" fmla="val 1985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371600"/>
            <a:ext cx="3685032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609344"/>
            <a:ext cx="3685032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89888"/>
            <a:ext cx="3410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Scope of Supply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1993392"/>
            <a:ext cx="3319272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reads Engineering Technical (ET) documents (50–200 pages)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Suggests scope structure &amp; maps equipment to categories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Cross-references cataloged datasheets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685032" cy="4389120"/>
          </a:xfrm>
          <a:prstGeom prst="roundRect">
            <a:avLst>
              <a:gd name="adj" fmla="val 1985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371600"/>
            <a:ext cx="3685032" cy="475488"/>
          </a:xfrm>
          <a:prstGeom prst="roundRect">
            <a:avLst>
              <a:gd name="adj" fmla="val 15385"/>
            </a:avLst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609344"/>
            <a:ext cx="3685032" cy="237744"/>
          </a:xfrm>
          <a:prstGeom prst="rect">
            <a:avLst/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389888"/>
            <a:ext cx="3410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Smart Search (RAG)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1993392"/>
            <a:ext cx="3319272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search over datasheets &amp; previous bids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Search + embeddings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Faster, standardized, auditable proposals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Objective: reduce BID preparation time by 40–60% · 100+ BID requests/year · faster, standardized client turnaround.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3 · SOLUTION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 — Data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(Browser)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17373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3324F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737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pdf.js 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7373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0E7C9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737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(Function / APIM)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1CA9C9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373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+ AI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(GPT-4o-mini · RAG)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17373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17373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63840" y="17373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1155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is extracted in the browser; only text + a structured prompt are sent to the backend.</a:t>
            </a:r>
            <a:endParaRPr lang="en-US" sz="14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backend validates the request, retrieves the credential from Key Vault, and calls Azure OpenAI / AI Search.</a:t>
            </a:r>
            <a:endParaRPr lang="en-US" sz="14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structured JSON result is returned to SmartBid for human review and confirmation.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reviewed &amp; approved data is saved to SharePoint. Manual entry remains available as fallback.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3 · 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Architecture — Secure by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9344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Secrets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API key in frontend, SharePoint, or source code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stored in Azure Key Vault, read via Managed Identity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calls authenticated with Entra ID (same SSO / MFA)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371600"/>
            <a:ext cx="557784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9344"/>
            <a:ext cx="557784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898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Broker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993392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Function / API Management brokers every AI call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 part never calls Azure OpenAI directly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the user request and applies controls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0332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41064"/>
            <a:ext cx="5486400" cy="237744"/>
          </a:xfrm>
          <a:prstGeom prst="rect">
            <a:avLst/>
          </a:prstGeom>
          <a:solidFill>
            <a:srgbClr val="1CA9C9"/>
          </a:solidFill>
          <a:ln w="12700">
            <a:solidFill>
              <a:srgbClr val="1CA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216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Insights — usage, errors, latency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Analytics Workspace — centralized logging &amp; audit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 of AI requests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70332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703320"/>
            <a:ext cx="5577840" cy="475488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941064"/>
            <a:ext cx="557784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7216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Fallback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4325112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&amp; approved data stay in SharePoint / M365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does NOT use our data to train models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Human-in-the-loop; manual entry as fallback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3 · PROVISIONED BY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Resources (In Scope)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OpenAI (GPT-4o-mini)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Extraction &amp; analysis model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Embeddings model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Vectorize documents for smart search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AI Search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Index &amp; retrieve datasheets and past bids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Function / APIM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Secure backend broker for all AI calls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Key Vault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Secure credential storage (Managed Identity)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Insights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Telemetry, errors, performance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 Analytics Workspace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Centralized logging &amp; audit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resources provisioned and owned by IT in the corporate Azure subscription. Azure OpenAI deployed in Brazil (Brazil South) — same location as the users.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3 · REQUEST LIFECYCLE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Recap — End to End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08760" y="1371600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3716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 </a:t>
            </a:r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engineer uploads the client technical document inside SmartBid.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822960" cy="822960"/>
          </a:xfrm>
          <a:prstGeom prst="roundRect">
            <a:avLst>
              <a:gd name="adj" fmla="val 8889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04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508760" y="2304288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30428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in the browser (pdf.js)  </a:t>
            </a:r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is extracted client-side — the file never leaves the browser.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822960" cy="822960"/>
          </a:xfrm>
          <a:prstGeom prst="roundRect">
            <a:avLst>
              <a:gd name="adj" fmla="val 8889"/>
            </a:avLst>
          </a:prstGeom>
          <a:solidFill>
            <a:srgbClr val="0E7C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508760" y="3236976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236976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backend (Function / APIM)  </a:t>
            </a:r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ID-authenticated call; Key Vault provides the credential via Managed Identity.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822960" cy="822960"/>
          </a:xfrm>
          <a:prstGeom prst="roundRect">
            <a:avLst>
              <a:gd name="adj" fmla="val 8889"/>
            </a:avLst>
          </a:prstGeom>
          <a:solidFill>
            <a:srgbClr val="0E7C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6966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508760" y="4169664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4169664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+ Generate  </a:t>
            </a:r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Search retrieves relevant datasheets &amp; past bids (RAG); Azure OpenAI (GPT-4o-mini) returns a structured Scope of Supply.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822960" cy="822960"/>
          </a:xfrm>
          <a:prstGeom prst="roundRect">
            <a:avLst>
              <a:gd name="adj" fmla="val 8889"/>
            </a:avLst>
          </a:prstGeom>
          <a:solidFill>
            <a:srgbClr val="1CA9C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023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508760" y="5102352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510235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&amp; Save  </a:t>
            </a:r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engineer reviews and confirms; only approved data is saved to SharePoint. Manual entry remains as fallback.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pdf.js runs client-side (no OCR for scanned PDFs) — human review + manual entry cover the edge cases. No new Azure resource required.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3 · RETRIEVAL (RAG)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— How the AI Learns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7373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329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026664" y="17373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3324F"/>
          </a:solidFill>
          <a:ln/>
        </p:spPr>
      </p:sp>
      <p:sp>
        <p:nvSpPr>
          <p:cNvPr id="10" name="Text 8"/>
          <p:cNvSpPr/>
          <p:nvPr/>
        </p:nvSpPr>
        <p:spPr>
          <a:xfrm>
            <a:off x="3026664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55464" y="1737360"/>
            <a:ext cx="329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84648" y="17373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E7C93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13448" y="1737360"/>
            <a:ext cx="329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42632" y="17373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E7C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(Azure OpenAI)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71432" y="1737360"/>
            <a:ext cx="329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500616" y="17373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CA9C9"/>
          </a:solidFill>
          <a:ln/>
        </p:spPr>
      </p:sp>
      <p:sp>
        <p:nvSpPr>
          <p:cNvPr id="19" name="Text 17"/>
          <p:cNvSpPr/>
          <p:nvPr/>
        </p:nvSpPr>
        <p:spPr>
          <a:xfrm>
            <a:off x="9500616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Index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11155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Datasheets &amp; manuals already live in a SharePoint folder — no new data store.</a:t>
            </a:r>
            <a:endParaRPr lang="en-US" sz="14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ingestion process (inside the same backend Function — no new resource) turns them into searchable vectors.</a:t>
            </a:r>
            <a:endParaRPr lang="en-US" sz="14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automatically on upload / update, or as a scheduled batch.</a:t>
            </a:r>
            <a:endParaRPr lang="en-US" sz="14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a single AI Search index; split later only if governance or volume requires.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generation queries this index (RAG) so suggestions are grounded in Oceaneering's own catalog &amp; past bids.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4 &amp; 7 · IN-COUNTRY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Governance &amp; Brazil Residency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9344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Classification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51206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personal data processed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BID requisitions are customer data, often under NDA (AUP §7.6)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Handled via explicit written approval + information-owner sign-off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quotation data: item descriptions, prices, lead times, specs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ITAR / Export-Controlled / CUI content excluded, with user attestation at upload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371600"/>
            <a:ext cx="557784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9344"/>
            <a:ext cx="557784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898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Residency &amp; Handling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993392"/>
            <a:ext cx="5212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deployed in Brazil (Brazil South)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inside Oceaneering's own Azure tenant — data does not leave the Oceaneering environment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external model / web / plug-ins; not used to train models or shared with OpenAI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&amp; approved records remain in SharePoint / M365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Addresses the approval note: “In-Country requirements for Brazil data” — confirmed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3 &amp; 4 · APPROVAL NOTES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 Feedback &amp; Governance Actions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Architecture — Approved with Conditions (Level One approved by Todd Moran, 02/07/2026).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EF6E4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57984"/>
            <a:ext cx="54864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1 · Duplication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51206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7C4A0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review for duplication with ET and other requirements-hashing applications.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7C4A0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is BID-proposal specific to Brazil Engineering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7C4A0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scope = quotation extraction + scope structuring — not a general requirements-management tool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7C4A0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confirm no functional overlap with IT before go-live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E7F7EE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920240"/>
            <a:ext cx="5577840" cy="475488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157984"/>
            <a:ext cx="5577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9385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2 · In-Country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542032"/>
            <a:ext cx="52120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B5A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confirm In-Country requirements for Brazil data (not expected).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B5A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deployed in Brazil South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B5A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stays in-country, co-located with the users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B5A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confirmed — no additional in-country constraint identified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System Scorecard — Inputs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46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Our position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sensitivity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personal data; customer docs (NDA) under §7.6 — written approval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Human oversight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Human-in-the-loop; nothing saved without engineer confirmation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&amp; vendor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OpenAI GPT-4o-mini — approved platform, no new vendor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key in frontend; Key Vault + Managed Identity; Entra ID auth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Insights + Log Analytics (usage, errors, audit)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Reliability / accuracy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&gt;85% extraction accuracy target; manual fallback available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Residency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Brazil South; data stays in-country; not used for model training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 for IT: what does the AI System Scorecard evaluate, so we provide the exact inputs?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Approach &amp; Adoption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7F0FE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566160" cy="475488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00784"/>
            <a:ext cx="356616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32004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provisions Azure resources (1–2 weeks)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AI into SmartBid (2–3 weeks after credentials)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go-live: Q3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463040"/>
            <a:ext cx="356616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700784"/>
            <a:ext cx="356616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481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2084832"/>
            <a:ext cx="32004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first with the Brazil BID team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training — review/confirm inside an existing workflow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Raphael Costa (functional); SmartBid team supports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14630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146304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1700784"/>
            <a:ext cx="384048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1481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Criteria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2084832"/>
            <a:ext cx="3474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accuracy &amp; time saved during pilot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only if targets are met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AI foundation for future SmartBid modules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Success Criteria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&gt;85%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 accuracy target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16276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→ &lt;3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16552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entry per document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4630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16276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40–60%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8744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prep time reduction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92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−80%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Transcription errors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79392" y="31546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33192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416552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Quotations processed via AI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01584" y="31546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33192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238744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calls via secure backend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available for troubleshooting &amp; audit · no API key exposed in browser, SharePoint, or source.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Risks, Controls &amp; Compliance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 / Mitigation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Incorrect AI output / hallucination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Human-in-the-loop review before save; manual entry fallback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Supplier PDF layout variability / poor scans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step catches errors; manual entry available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 exposure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key in frontend; Key Vault + Managed Identity; Entra ID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Quota / rate limits / cost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volume; monitored via App Insights; budget-capped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Sensitive content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personal data; ITAR/CUI excluded + user attestation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E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residency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Brazil South; in-country; not used for model training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Tools Committee &amp; Approval Path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00784"/>
            <a:ext cx="5486400" cy="23774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 — Approved with Conditions (Level One approved)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approval notes being addressed (duplication + in-country)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documented in EA Intake Form + architecture diagram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 review completed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3F6F9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463040"/>
            <a:ext cx="5577840" cy="475488"/>
          </a:xfrm>
          <a:prstGeom prst="roundRect">
            <a:avLst>
              <a:gd name="adj" fmla="val 15385"/>
            </a:avLst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700784"/>
            <a:ext cx="5577840" cy="237744"/>
          </a:xfrm>
          <a:prstGeom prst="rect">
            <a:avLst/>
          </a:prstGeom>
          <a:solidFill>
            <a:srgbClr val="0E7C93"/>
          </a:solidFill>
          <a:ln w="12700">
            <a:solidFill>
              <a:srgbClr val="0E7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4813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for the Committee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084832"/>
            <a:ext cx="52120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SmartBid subject to AI Tools Committee approval?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artifacts, criteria &amp; timeline are required?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the AI System Scorecard evaluate?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next steps and responsible parties for sign-off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1CA9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A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Actions &amp; 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no functional duplication with ET / requirements-hashing apps (with IT)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In-country Brazil data requirement — confirmed as not applicable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Clarify AI System Scorecard inputs and AI Tools Committee requirements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provisions Azure resources in Brazil South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AI into SmartBid → pilot with BID team → measure → scale (go-live Q3 2026)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2E4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1663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ask: confirm governance actions, scorecard result, and the approval path to go-live.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SmartBid 2.0  ·  AI Governance Review  ·  Oceaneering Brazil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Oceaneering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SmartBid 2.0 — AI Governance Review</dc:title>
  <dc:subject>PptxGenJS Presentation</dc:subject>
  <dc:creator>Raphael Costa</dc:creator>
  <cp:lastModifiedBy>Raphael Costa</cp:lastModifiedBy>
  <cp:revision>1</cp:revision>
  <dcterms:created xsi:type="dcterms:W3CDTF">2026-08-05T14:38:11Z</dcterms:created>
  <dcterms:modified xsi:type="dcterms:W3CDTF">2026-08-05T14:38:11Z</dcterms:modified>
</cp:coreProperties>
</file>