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Costa" userId="16577ee0-1076-408a-af67-5685331dfd6c" providerId="ADAL" clId="{19F53955-5EA5-498E-BD6D-0B6D87016B56}"/>
    <pc:docChg chg="modSld">
      <pc:chgData name="Raphael Costa" userId="16577ee0-1076-408a-af67-5685331dfd6c" providerId="ADAL" clId="{19F53955-5EA5-498E-BD6D-0B6D87016B56}" dt="2026-07-25T23:47:28.718" v="160" actId="20577"/>
      <pc:docMkLst>
        <pc:docMk/>
      </pc:docMkLst>
      <pc:sldChg chg="modSp mod">
        <pc:chgData name="Raphael Costa" userId="16577ee0-1076-408a-af67-5685331dfd6c" providerId="ADAL" clId="{19F53955-5EA5-498E-BD6D-0B6D87016B56}" dt="2026-07-25T23:37:05.005" v="59" actId="20577"/>
        <pc:sldMkLst>
          <pc:docMk/>
          <pc:sldMk cId="0" sldId="257"/>
        </pc:sldMkLst>
        <pc:spChg chg="mod">
          <ac:chgData name="Raphael Costa" userId="16577ee0-1076-408a-af67-5685331dfd6c" providerId="ADAL" clId="{19F53955-5EA5-498E-BD6D-0B6D87016B56}" dt="2026-07-25T23:37:05.005" v="59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Raphael Costa" userId="16577ee0-1076-408a-af67-5685331dfd6c" providerId="ADAL" clId="{19F53955-5EA5-498E-BD6D-0B6D87016B56}" dt="2026-07-25T23:47:28.718" v="160" actId="20577"/>
        <pc:sldMkLst>
          <pc:docMk/>
          <pc:sldMk cId="0" sldId="260"/>
        </pc:sldMkLst>
        <pc:spChg chg="mod">
          <ac:chgData name="Raphael Costa" userId="16577ee0-1076-408a-af67-5685331dfd6c" providerId="ADAL" clId="{19F53955-5EA5-498E-BD6D-0B6D87016B56}" dt="2026-07-25T23:46:36.615" v="125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aphael Costa" userId="16577ee0-1076-408a-af67-5685331dfd6c" providerId="ADAL" clId="{19F53955-5EA5-498E-BD6D-0B6D87016B56}" dt="2026-07-25T23:47:28.718" v="160" actId="20577"/>
          <ac:spMkLst>
            <pc:docMk/>
            <pc:sldMk cId="0" sldId="260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94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de Implementação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— do desenvolvimento à adoção full em Q4-2026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28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587752" cy="3977640"/>
          </a:xfrm>
          <a:prstGeom prst="roundRect">
            <a:avLst>
              <a:gd name="adj" fmla="val 2827"/>
            </a:avLst>
          </a:prstGeom>
          <a:solidFill>
            <a:srgbClr val="E7F7EE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587752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258775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CONCLUÍDO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075688"/>
            <a:ext cx="233172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Estruturação do projeto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+ Frontend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Diagrama de arquitetura (Mermaid)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Enterprise Architecture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Intake Form aprovado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Revisão Cybersecurity aprovada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 de custos + sizing Azure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9272" y="1508760"/>
            <a:ext cx="2587752" cy="3977640"/>
          </a:xfrm>
          <a:prstGeom prst="roundRect">
            <a:avLst>
              <a:gd name="adj" fmla="val 2827"/>
            </a:avLst>
          </a:prstGeom>
          <a:solidFill>
            <a:srgbClr val="FEF6E4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1508760"/>
            <a:ext cx="2587752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9272" y="1746504"/>
            <a:ext cx="258775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6432" y="1527048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ETAPA ATUAL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075688"/>
            <a:ext cx="233172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2D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da gerência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2D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Alocação de centro de custo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2D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Liberação do orçamento Azure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1508760"/>
            <a:ext cx="2587752" cy="3977640"/>
          </a:xfrm>
          <a:prstGeom prst="roundRect">
            <a:avLst>
              <a:gd name="adj" fmla="val 2827"/>
            </a:avLst>
          </a:prstGeom>
          <a:solidFill>
            <a:srgbClr val="E7F0FE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1508760"/>
            <a:ext cx="2587752" cy="475488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72784" y="1746504"/>
            <a:ext cx="2587752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9944" y="1527048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PRÓXIMAS ETAPAS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2075688"/>
            <a:ext cx="233172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Provisionar recursos Azure (OpenAI, AI Search, Key Vault, Function/APIM)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técnica + testes de integração e segurança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com usuários controlados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Rollout em produção + hypercare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26296" y="1508760"/>
            <a:ext cx="2587752" cy="3977640"/>
          </a:xfrm>
          <a:prstGeom prst="roundRect">
            <a:avLst>
              <a:gd name="adj" fmla="val 2827"/>
            </a:avLst>
          </a:prstGeom>
          <a:solidFill>
            <a:srgbClr val="F0EAFE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26296" y="1508760"/>
            <a:ext cx="2587752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26296" y="1746504"/>
            <a:ext cx="258775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63456" y="1527048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 META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36024" y="2075688"/>
            <a:ext cx="233172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Adoção full pela Engenharia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26296" y="3063240"/>
            <a:ext cx="2587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9226296" y="3931920"/>
            <a:ext cx="2587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2999232" y="3314700"/>
            <a:ext cx="274320" cy="365760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52744" y="3314700"/>
            <a:ext cx="274320" cy="365760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06256" y="3314700"/>
            <a:ext cx="274320" cy="365760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Governança concluída  ·  Aprovação financeira em andamento  ·  Deployment planejado para Q4-2026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Executivo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28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ESTAMOS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121408"/>
            <a:ext cx="523036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construído (front-end + back-end), em fase de testes no SharePoint da Engenharia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de IA (Azure OpenAI) aprovada pelo Enterprise Architecture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 revisado e aprovado pelo time de Cybersecurity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 de custos e recursos Azure concluída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792224"/>
            <a:ext cx="5486400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3368" y="2121408"/>
            <a:ext cx="523036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gerencial e alocação de centro de </a:t>
            </a:r>
            <a:r>
              <a:rPr lang="en-US" sz="1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</a:t>
            </a:r>
            <a:endParaRPr lang="en-US" sz="1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1F2937"/>
                </a:solidFill>
                <a:latin typeface="Segoe UI" pitchFamily="34" charset="0"/>
                <a:cs typeface="Segoe UI" pitchFamily="34" charset="-120"/>
              </a:rPr>
              <a:t>Finalizar</a:t>
            </a:r>
            <a:r>
              <a:rPr lang="en-US" sz="1400" dirty="0">
                <a:solidFill>
                  <a:srgbClr val="1F2937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Segoe UI" pitchFamily="34" charset="0"/>
                <a:cs typeface="Segoe UI" pitchFamily="34" charset="-120"/>
              </a:rPr>
              <a:t>páginas</a:t>
            </a:r>
            <a:r>
              <a:rPr lang="en-US" sz="1400" dirty="0">
                <a:solidFill>
                  <a:srgbClr val="1F2937"/>
                </a:solidFill>
                <a:latin typeface="Segoe UI" pitchFamily="34" charset="0"/>
                <a:cs typeface="Segoe UI" pitchFamily="34" charset="-120"/>
              </a:rPr>
              <a:t> de Insights, Reports e Dashboards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Provisionar recursos Azure e ativar as etapas assistidas por IA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com BIDs reais (extração de documentos e cotações)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 e adoção full na Engenharia — Q4-2026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o SmartBid 2.0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28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SPFx no SharePoint da Engenharia Brasil </a:t>
            </a:r>
            <a:r>
              <a:rPr lang="en-US" sz="1600" dirty="0">
                <a:solidFill>
                  <a:srgbClr val="CF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centraliza todo o ciclo de vida dos BIDs — da solicitação ao close-out — com uma camada de Inteligência Artificial.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Atualização — 3 recursos de IA (Azure OpenAI):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602736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3602736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172968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Extração de cotações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721608"/>
            <a:ext cx="334670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Lê PDFs de fornecedores automaticamente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Preenche as cotações no SmartBid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 digitação manual e erros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88536" y="31546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88536" y="3154680"/>
            <a:ext cx="3602736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88536" y="3392424"/>
            <a:ext cx="3602736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3172968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Análise de escopo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98264" y="3721608"/>
            <a:ext cx="334670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 ETs de 10–50 páginas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 o Scope of Supply estruturado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 a montagem do BID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19872" y="31546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19872" y="3154680"/>
            <a:ext cx="3602736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3392424"/>
            <a:ext cx="3602736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57032" y="3172968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Busca semântica (RAG)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3721608"/>
            <a:ext cx="334670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de manuais, datasheets e BIDs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Search para recuperação de contexto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Respostas rastreáveis às fontes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Atual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BID 1.0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28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&amp; esforço manual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121408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BIDs por ano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manual de PDFs e cotações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de ETs de 10 a 50 páginas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554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45352" y="179222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Erros &amp; padronização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21408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lento e propenso a erros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 e itens repetitivos digitados à mão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Difícil padronizar o Scope of Supply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Cotações &amp; histórico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4197096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Cotações inseridas manualmente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catálogo de itens salvo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BIDs se perde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3630168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45352" y="36301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45352" y="3867912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3648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&amp; aprovações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197096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e visões não customizáveis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de trabalho nem sempre respeitado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Aprovações lentas em chats dispersos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BID 2.0 — Engineering BID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822960" cy="45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2872" y="6428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548640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centralizado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121408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único: Request → Kick-Off → Technical Analysis → Cost &amp; Resources → Technical Proposal → Close-out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 padronizado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trail, dashboards e relatórios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554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45352" y="1792224"/>
            <a:ext cx="548640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572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de 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21408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 automática de cotações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assistida de escopo (ETs)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+ busca semântica (RAG)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548640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conhecimento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4197096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Salvamento de datasheets e manuais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itens atualizado automaticamente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de BIDs históricos e templates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3630168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45352" y="36301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45352" y="3867912"/>
            <a:ext cx="548640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3648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197096"/>
            <a:ext cx="52303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esclarecimentos e qualificações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único com todos os aprovadores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e FAQ guiado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511</Words>
  <Application>Microsoft Office PowerPoint</Application>
  <PresentationFormat>Widescreen</PresentationFormat>
  <Paragraphs>99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Oceaneering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SmartBid 2.0 — Roadmap &amp; Slides</dc:title>
  <dc:subject>PptxGenJS Presentation</dc:subject>
  <dc:creator>Raphael Costa</dc:creator>
  <cp:lastModifiedBy>Raphael Costa</cp:lastModifiedBy>
  <cp:revision>1</cp:revision>
  <dcterms:created xsi:type="dcterms:W3CDTF">2026-07-25T23:27:39Z</dcterms:created>
  <dcterms:modified xsi:type="dcterms:W3CDTF">2026-07-25T23:47:37Z</dcterms:modified>
</cp:coreProperties>
</file>